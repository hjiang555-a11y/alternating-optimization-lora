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80" r:id="rId31"/>
    <p:sldId id="281" r:id="rId32"/>
    <p:sldId id="261" r:id="rId12"/>
    <p:sldId id="262" r:id="rId13"/>
    <p:sldId id="263" r:id="rId14"/>
    <p:sldId id="264" r:id="rId15"/>
    <p:sldId id="265" r:id="rId16"/>
    <p:sldId id="278" r:id="rId29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14.xml"/><Relationship Id="rId30" Type="http://schemas.openxmlformats.org/officeDocument/2006/relationships/slide" Target="slides/slide6.xml"/><Relationship Id="rId31" Type="http://schemas.openxmlformats.org/officeDocument/2006/relationships/slide" Target="slides/slide7.xml"/><Relationship Id="rId32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A-SYNC Protocol Family Evolution_x000B_and FLOPs-Normalized Comparison</a:t>
            </a:r>
            <a:br/>
            <a: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EE"/>
                </a:solidFill>
              </a:defRPr>
            </a:pPr>
            <a:r>
              <a:t>Alternating Optimization for LLM Post-Training — Weekly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</a:defRPr>
            </a:pPr>
            <a:r>
              <a:t>2026/07/23–24  |  7 commits  |  2 GPU experiments  |  3 docs  |  10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This Week's Overview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7 commits, 3 major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1. 双语文档交付: EN+ZH A-SYNC 变体报告 (456KB+529KB PDF)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2. 基础理论文档: 残差放大 (rho=1.08) 因果推导 + A-SYNC 12变体分类与修复策略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3. FLOPs归一化实验: A-SYNC CONSTANT vs AdamW vs LoRA on OPT-125m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关键数字: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6 commits pushed to github.com/hjiang555-a11y + gingersea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10 张新图表 (3 extra for this PPT)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~7000 字技术文档 (中英双语)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A-SYNC CONSTANT 48c: OPT-125m PPL 2246-&gt;60.7 | Qwen7B PPL 58.8-&gt;7.6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. LoRA AdamW r=8: PPL 37.3 at only 0.013 TFLOPs (70x less compute!)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Protocol A: Module-Level Algorithm Breakdown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What algorithm does each module use? Why does it diverge?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760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(ASP) = ALS + SGD + Perturb — three-phase alternating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Module 1: lm_head (output projection, 125M params)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Algorithm: ALS (Alternating Least Squares)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Operation: block-wise closed-form L2 solve on lm_head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W_new = argmin ‖X W^T − Y_target‖²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Property: one-step block-optimal, unaware of cross-layer coupling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Problem: modifying lm_head shifts ALL downstream activations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Module 2: Transformer body (24 layers, attn + FFN)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Algorithm: SGD (stochastic gradient descent, lr=1e-4)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Operation: standard fwd+bwd, update all body params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Property: attempts to digest ALS-induced distribution shift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Problem: 50 SGD steps far from enough (need ~150+)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Module 3: Full parameter space (lm_head + body)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Algorithm: Perturbation (Gaussian noise, scale=1e-3)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Operation: inject random noise into ALL parameters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Purpose: encourage flat minima (implicit SAM)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Problem: further destabilizes on deep models</a:t>
            </a:r>
          </a:p>
        </p:txBody>
      </p:sp>
      <p:pic>
        <p:nvPicPr>
          <p:cNvPr id="4" name="Picture 3" descr="fig2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560320"/>
          </a:xfrm>
          <a:prstGeom prst="rect">
            <a:avLst/>
          </a:prstGeom>
        </p:spPr>
      </p:pic>
      <p:pic>
        <p:nvPicPr>
          <p:cNvPr id="5" name="Picture 4" descr="fig1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Why does Protocol A diverge at ≥28 layers?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Residual Amplification: Causal Intervention → Exponential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1: ALS performs a hard intervention on lm_head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do(θ_lm := θ_ALS)  — Pearl do-calculus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Severs incoming edge, replaces params with L2 closed-form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2: Intervention deviation propagates through residual stream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Define δ = h_ALS − h_original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Each layer: h_{l+1} = h_l + f_l(h_l)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    δ_{l+1} = (I + J_l) · δ_l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J_l = Jacobian of layer 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3: Cascaded amplification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‖δ_L‖ = ‖δ_0‖ · Π(I+J_l)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= ‖δ_0‖ · ρ^{L−1}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ρ = 1.08 (cross-layer geometric mean, 4 model families)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Step 4: Critical layer count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1.08²⁷ = 8.0× amplification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SGD recovery per cycle ≈ 0.005 PPL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Asymmetry: 1600:1 → catastrophic divergence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L_max = ln(C_recovery/‖δ‖)/ln(1.08) ≈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Experimental confirmation (4 families, 8 architectures):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Model         | L  | ρ^{L−1}   | Predicted | Actual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OPT-125m      | 12 |  2.3×      | converge   | 106.9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TinyLlama-1B  | 22 |  5.0×      | converge   | 15.5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Qwen0.5B      | 24 |  5.9×      | marginal   | 18.0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| Qwen7B        | 28 |  8.0×      | DIVERGE    | 11/11 DIV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Key: L_max = ln(C_recovery/‖δ‖)/ln(ρ)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ρ: per-layer spectral norm (Lyapunov exponent of I+J_l)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C_recovery: SGD recovery budget (η·μ_min·T_SGD)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‖δ‖: ALS intervention magnitude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Why is LoRA / Protocol C safe?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Low-rank constraint: ‖δ_eff‖ = (r/d)·‖δ_full‖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d=768 → δ reduced 96×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Total: 8.0×0.01 = 0.08 ≪ SGD recovery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Core Innovation: A-SYNC Gradient Injection — Module-Level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(modify weights) → A-SYNC (shape gradients)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 (old): ALS weight modification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lm_head:   ALS closed-form → directly replace 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 SGD digests distribution shift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all params: Perturb noise injection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problem:   ALS modification enters fwd → residual chain amplifies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 (new): gradient shaping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1: ALS computes δ = W_als − W_before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2: WEIGHTS REVERTED! lm_head stays at pretrained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Step 3: During SGD, inject grad_bias = sync × 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body:      SGD step: grad += sync_strength × δ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all params: REMOVE Perturb phase (counterproductive on 7B)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Key differences: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    | Protocol A      | A-SYNC CONSTANT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|lm_head| ALS直接改权重  | ALS算delta不修改权重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|body   | SGD被动消化    | SGD + grad梯度偏置注入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|perturb| 高斯噪声全参数 | 完全移除         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|sync   | 无             | 0.05 (恒, 不衰减)  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|前传   | ALS权重进入    | 从未看到ALS权重          |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Why does gradient injection bypass residual amplification?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Protocol A: ALS delta -&gt; weight change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h_L_perturbed = f(h, W+delta_W)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(I+J_L)...(I+J_1).delta -&gt; 指数放大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A-SYNC: ALS delta -&gt; gradient bias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前传: h_L = f(h, W_original)  (不变!)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残差链: 未被触发 (权重未改)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反传: grad += sync*delta  (方向引导)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-&gt; body 在弱信号下逐渐自适应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Analogy: Protocol A = direct surgery (high risk)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    A-SYNC  = physical therapy (gradual guidance)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Result: 7B (28L) converges for the first time!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Old Protocol A: 11/11 diverge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vanilla 8c: PPL 60.9 → 25.8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CONSTANT 48c: PPL 58.8 → 7.6 (C44)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Code Architecture: Protocol A vs A-SYNC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altopt/framework.py (old) vs _a_sync_constant_7b.py (new)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1097280"/>
            <a:ext cx="5943600" cy="25603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--- Protocol A (altopt/framework.py) ---</a:t>
            </a:r>
          </a:p>
          <a:p>
            <a:r>
              <a:rPr sz="950" b="0">
                <a:solidFill>
                  <a:srgbClr val="56B6C2"/>
                </a:solidFill>
                <a:latin typeface="Consolas"/>
              </a:rPr>
              <a:t># Three-phase alternation: ALS -&gt; SGD -&gt; Perturb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61AFEF"/>
                </a:solidFill>
                <a:latin typeface="Consolas"/>
              </a:rPr>
              <a:t>class AltOptFramework:</a:t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def _execute_phase(self, config, batch):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if config.phase == Phase.ALS: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# ALS directly modifies weights!  OLD APPROACH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return self.als.solve_block(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    batch, block_size=1024)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elif config.phase == Phase.SGD: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    self.sgd.set_lr(config.lr or 1e-4)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    loss = self.sgd.step(batch)       # standard SGD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    return loss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elif config.phase == Phase.PERTURB: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# Phase 3: parameter noise injection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return self.perturb.apply_noise(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            scale=config.noise_scale)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3794760"/>
            <a:ext cx="5943600" cy="27432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--- ALS core: directly modifies model weights ---</a:t>
            </a:r>
          </a:p>
          <a:p>
            <a:r>
              <a:rPr sz="950" b="0">
                <a:solidFill>
                  <a:srgbClr val="56B6C2"/>
                </a:solidFill>
                <a:latin typeface="Consolas"/>
              </a:rPr>
              <a:t># (altopt/als.py solve_block -&gt; _solve_head_layer)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def _solve_head_layer(self, name, module,</a:t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                  batch, labels, block_size):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X = self._capture_activations(module, batch)</a:t>
            </a:r>
          </a:p>
          <a:p>
            <a:r>
              <a:rPr sz="950" b="0">
                <a:solidFill>
                  <a:srgbClr val="C678DD"/>
                </a:solidFill>
                <a:latin typeface="Consolas"/>
              </a:rPr>
              <a:t>    Y_target = X @ module.weight.T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# Closed-form L2 solve: replaces W!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for i in range(0, d_out, block_size):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A = X_block.T @ X_block + reg * I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b = X_block.T @ Y_target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W_new = torch.linalg.solve(A, b)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#  Weight PERMANENTLY changed! 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module.weight.data[i:i+bs] = W_new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Problem: all downstream layers now see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 W+delta, triggering residual chain rho^L!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097280"/>
            <a:ext cx="5760720" cy="544068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--- A-SYNC CONSTANT (experiments/_a_sync_*.py) ---</a:t>
            </a:r>
          </a:p>
          <a:p>
            <a:r>
              <a:rPr sz="950" b="0">
                <a:solidFill>
                  <a:srgbClr val="56B6C2"/>
                </a:solidFill>
                <a:latin typeface="Consolas"/>
              </a:rPr>
              <a:t># Key insight: ALS -&gt; delta -&gt; revert -&gt; inject grad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als = ALSBlockSolver(m, reg_lambda=1e-3,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              step_size=0.01)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sgd = SGDPhaseOptimizer(m, lr=1e-4, momentum=0)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sync = 0.05  # gradient injection strength, CONSTANT!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for cyc in range(N_CYCLES):</a:t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Step 1: snapshot pre-ALS weights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    w_before = _lm.weight.data.cpu().clone()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# Step 2: ALS solve (still uses framework)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b_dev = {k:v.to(device) for k,v in batch.items()}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als.solve_block(b_dev, block_size=512)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Step 3: compute delta = W_als - W_before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    delta = _lm.weight.data.cpu() - w_before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Step 4: REVERT weights!  KEY DIFFERENCE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_lm.weight.data.copy_(w_before)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Step 5: SGD + gradient bias injection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for j in range(50):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sgd.step(batch)          # normal SGD step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if _lm.weight.grad is not None: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    #  inject ALS direction as gradient bias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            g = sync * delta.to(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                device=_lm.weight.grad.device)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    _lm.weight.grad.add_(g)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# Step 6: evaluate (optional, per-cycle PPL)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ppl = evaluate(m)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Core Loop: One Line Determines 28L Model Survival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(改权重, 6行) vs A-SYNC (塑梯度, 8行) -- 关键行标红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1097280"/>
            <a:ext cx="5760720" cy="22860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Protocol A: ALS weight modification</a:t>
            </a:r>
          </a:p>
          <a:p>
            <a:r>
              <a:rPr sz="950" b="0">
                <a:solidFill>
                  <a:srgbClr val="56B6C2"/>
                </a:solidFill>
                <a:latin typeface="Consolas"/>
              </a:rPr>
              <a:t># (altopt/framework.py:186-192)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def _execute_phase(self, config, batch):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if config.phase == Phase.ALS: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#  ALS directly modifies model weights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loss = self.als.solve_block(batch)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    #  weights permanently changed, enter next fwd</a:t>
            </a:r>
          </a:p>
          <a:p>
            <a:r>
              <a:rPr sz="950" b="0">
                <a:solidFill>
                  <a:srgbClr val="E06C75"/>
                </a:solidFill>
                <a:latin typeface="Consolas"/>
              </a:rPr>
              <a:t>        return loss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elif config.phase == Phase.SGD: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loss = self.sgd.step(batch)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return loss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elif config.phase == Phase.PERTURB: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return self.perturb.apply_noise(batch)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3520440"/>
            <a:ext cx="5760720" cy="30175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--- Protocol A: what actually happens ---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als.solve_block(batch)           # W -&gt; W_als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#  lm_head permanently changed to ALS solution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for j in range(50):              # 50 SGD steps after ALS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loss = sgd.step(batch)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fwd: h = body(lm_head(x; W_als))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residual chain triggered: (I+J_27)...(I+J_1).delta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perturbation amplifies: rho^27 = 8x</a:t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    #  gradient norm explodes -&gt; clip -&gt; diverge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E06C75"/>
                </a:solidFill>
                <a:latin typeface="Consolas"/>
              </a:rPr>
              <a:t># Result: 28L model 11/11 diverges</a:t>
            </a:r>
          </a:p>
          <a:p>
            <a:r>
              <a:rPr sz="950" b="0">
                <a:solidFill>
                  <a:srgbClr val="E06C75"/>
                </a:solidFill>
                <a:latin typeface="Consolas"/>
              </a:rPr>
              <a:t># ALS + SGD + Perturb: all 3 phases create problems</a:t>
            </a:r>
          </a:p>
          <a:p>
            <a:r>
              <a:rPr sz="950" b="0">
                <a:solidFill>
                  <a:srgbClr val="E06C75"/>
                </a:solidFill>
                <a:latin typeface="Consolas"/>
              </a:rPr>
              <a:t># Perturb adds noise -&gt; further destabilization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#  FUNDAMENTAL CONTRADICTION: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# ALS finds optimal params, but modification</a:t>
            </a:r>
          </a:p>
          <a:p>
            <a:r>
              <a:rPr sz="950" b="0">
                <a:solidFill>
                  <a:srgbClr val="E5C07B"/>
                </a:solidFill>
                <a:latin typeface="Consolas"/>
              </a:rPr>
              <a:t># triggers residual amplification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097280"/>
            <a:ext cx="5943600" cy="22860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A-SYNC CONSTANT: gradient injection</a:t>
            </a:r>
          </a:p>
          <a:p>
            <a:r>
              <a:rPr sz="950" b="0">
                <a:solidFill>
                  <a:srgbClr val="56B6C2"/>
                </a:solidFill>
                <a:latin typeface="Consolas"/>
              </a:rPr>
              <a:t># (_a_sync_constant_7b.py:65-85)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for cyc in range(N_CYCLES):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w_before = _lm.weight.data.cpu().clone()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(1) ALS solve (modifies weights)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als.solve_block(b_dev, block_size=512)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(2) compute delta (difference)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delta = _lm.weight.data.cpu() - w_before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    # (3) REVERT weights!  fwd pass unaffected</a:t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    _lm.weight.data.copy_(w_before)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61AFEF"/>
                </a:solidFill>
                <a:latin typeface="Consolas"/>
              </a:rPr>
              <a:t>    # (4) SGD + gradient bias injection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for j in range(50):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sgd.step(b2_dev)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    if _lm.weight.grad is not None: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    g = sync * delta.to(...)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        _lm.weight.grad.add_(g)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3520440"/>
            <a:ext cx="5943600" cy="30175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950" b="1">
                <a:solidFill>
                  <a:srgbClr val="56B6C2"/>
                </a:solidFill>
                <a:latin typeface="Consolas"/>
              </a:rPr>
              <a:t># --- A-SYNC: what actually happens ---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als.solve_block(batch)            # W -&gt; W_als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# (2) compute delta, REVERT weights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delta = W_als - w_before</a:t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W = w_before                      #  RESTORED!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for j in range(50):               # 50 SGD steps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>    sgd.step(batch)               # normal SGD</a:t>
            </a:r>
          </a:p>
          <a:p>
            <a:r>
              <a:rPr sz="950" b="1">
                <a:solidFill>
                  <a:srgbClr val="E5C07B"/>
                </a:solidFill>
                <a:latin typeface="Consolas"/>
              </a:rPr>
              <a:t>    grad += sync * delta          #  guide direction only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    #  fwd: h = body(lm_head(x; W_original))</a:t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    #  residual chain NOT triggered (W unchanged!)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#  gradient norm in normal range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    #  body gradually adapts to weak guidance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# Result: 28L model converges for first time!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# PPL 58.8 -&gt; 7.6 (48 cycles)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# No Perturb (harmful on 7B), sync=0.05 CONSTANT</a:t>
            </a:r>
          </a:p>
          <a:p>
            <a:r>
              <a:rPr sz="950" b="0">
                <a:solidFill>
                  <a:srgbClr val="ABB2BF"/>
                </a:solidFill>
                <a:latin typeface="Consolas"/>
              </a:rPr>
              <a:t/>
            </a:r>
          </a:p>
          <a:p>
            <a:r>
              <a:rPr sz="950" b="1">
                <a:solidFill>
                  <a:srgbClr val="98C379"/>
                </a:solidFill>
                <a:latin typeface="Consolas"/>
              </a:rPr>
              <a:t>#  KEY INSIGHT: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# Just 2 extra lines: clone + copy_, but they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# fundamentally change the causal structure</a:t>
            </a:r>
          </a:p>
          <a:p>
            <a:r>
              <a:rPr sz="950" b="0">
                <a:solidFill>
                  <a:srgbClr val="98C379"/>
                </a:solidFill>
                <a:latin typeface="Consolas"/>
              </a:rPr>
              <a:t># W_als NEVER enters forward pass -&gt; no amplification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Module-Level Changes: Three Modules Before/After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Protocol A (修改权重) vs A-SYNC (塑形梯度) -- 逐模块对比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1097280"/>
            <a:ext cx="13716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200" y="1097280"/>
            <a:ext cx="50292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Protocol A (OLD) -- modifies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530352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A-SYNC CONSTANT (NEW) -- shapes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554480"/>
            <a:ext cx="1371600" cy="1554480"/>
          </a:xfrm>
          <a:prstGeom prst="rect">
            <a:avLst/>
          </a:prstGeom>
          <a:solidFill>
            <a:srgbClr val="1F497D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lm_head</a:t>
            </a:r>
            <a:br/>
            <a:r>
              <a:t>(output proj)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554480"/>
            <a:ext cx="5029200" cy="1554480"/>
          </a:xfrm>
          <a:prstGeom prst="rect">
            <a:avLst/>
          </a:prstGeom>
          <a:solidFill>
            <a:srgbClr val="FFEE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Algo: ALS block closed-form solve</a:t>
            </a:r>
            <a:br/>
            <a:r>
              <a:t>Op:   W_new = (X^TX+lambda I)^-1 X^T Y_target</a:t>
            </a:r>
            <a:br/>
            <a:r>
              <a:t>      Directly REPLACES W -&gt; enters next fwd pass</a:t>
            </a:r>
            <a:br/>
            <a:r>
              <a:t>Result: activation distribution mutates,</a:t>
            </a:r>
            <a:br/>
            <a:r>
              <a:t>        all downstream layers see W+delta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303520" cy="1554480"/>
          </a:xfrm>
          <a:prstGeom prst="rect">
            <a:avLst/>
          </a:prstGeom>
          <a:solidFill>
            <a:srgbClr val="EEFF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Algo: ALS block closed-form solve (same)</a:t>
            </a:r>
            <a:br/>
            <a:r>
              <a:t>Op:   W_new = (X^TX+lambda I)^-1 X^T Y_target</a:t>
            </a:r>
            <a:br/>
            <a:r>
              <a:t>      Compute delta = W_new - W_old</a:t>
            </a:r>
            <a:br/>
            <a:r>
              <a:t>      REVERT weight: W = W_old (no modification!)</a:t>
            </a:r>
            <a:br/>
            <a:r>
              <a:t>      delta used ONLY for gradient injection</a:t>
            </a:r>
            <a:br/>
            <a:r>
              <a:t>Result: forward pass NEVER sees ALS 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3246120"/>
            <a:ext cx="1371600" cy="1554480"/>
          </a:xfrm>
          <a:prstGeom prst="rect">
            <a:avLst/>
          </a:prstGeom>
          <a:solidFill>
            <a:srgbClr val="1F497D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Transformer</a:t>
            </a:r>
            <a:br/>
            <a:r>
              <a:t>Body (SGD)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3246120"/>
            <a:ext cx="5029200" cy="1554480"/>
          </a:xfrm>
          <a:prstGeom prst="rect">
            <a:avLst/>
          </a:prstGeom>
          <a:solidFill>
            <a:srgbClr val="FFEE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Algo: SGD (all params, lr=1e-4)</a:t>
            </a:r>
            <a:br/>
            <a:r>
              <a:t>Op:   fwd(X; W_body, W_lm=W_als)</a:t>
            </a:r>
            <a:br/>
            <a:r>
              <a:t>      bwd -&gt; update W_body</a:t>
            </a:r>
            <a:br/>
            <a:r>
              <a:t>Problem: lm_head already modified in fwd pass</a:t>
            </a:r>
            <a:br/>
            <a:r>
              <a:t>      -&gt; residual chain triggered, grad explodes</a:t>
            </a:r>
            <a:br/>
            <a:r>
              <a:t>      -&gt; gradient clipping truncates shallow updates</a:t>
            </a:r>
            <a:br/>
            <a:r>
              <a:t>      -&gt; params desynchronize, loss rises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3246120"/>
            <a:ext cx="5303520" cy="1554480"/>
          </a:xfrm>
          <a:prstGeom prst="rect">
            <a:avLst/>
          </a:prstGeom>
          <a:solidFill>
            <a:srgbClr val="EEFF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Algo: SGD (all params, lr=1e-4, momentum=0)</a:t>
            </a:r>
            <a:br/>
            <a:r>
              <a:t>Op:   fwd(X; W_body, W_lm=W_original)</a:t>
            </a:r>
            <a:br/>
            <a:r>
              <a:t>      bwd -&gt; compute grad</a:t>
            </a:r>
            <a:br/>
            <a:r>
              <a:t>      grad += sync * delta (gradient bias injection!)</a:t>
            </a:r>
            <a:br/>
            <a:r>
              <a:t>      -&gt; update W_body + W_lm</a:t>
            </a:r>
            <a:br/>
            <a:r>
              <a:t>Advantage: weights NEVER changed in fwd pass</a:t>
            </a:r>
            <a:br/>
            <a:r>
              <a:t>      -&gt; residual chain NEVER triggered</a:t>
            </a:r>
            <a:br/>
            <a:r>
              <a:t>      -&gt; grad in normal range</a:t>
            </a:r>
            <a:br/>
            <a:r>
              <a:t>      -&gt; body gradually adapts to weak guidance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4983480"/>
            <a:ext cx="1371600" cy="1143000"/>
          </a:xfrm>
          <a:prstGeom prst="rect">
            <a:avLst/>
          </a:prstGeom>
          <a:solidFill>
            <a:srgbClr val="1F497D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Perturb</a:t>
            </a:r>
            <a:br/>
            <a:r>
              <a:t>(noise)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4983480"/>
            <a:ext cx="5029200" cy="1143000"/>
          </a:xfrm>
          <a:prstGeom prst="rect">
            <a:avLst/>
          </a:prstGeom>
          <a:solidFill>
            <a:srgbClr val="FFEE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Algo: Gaussian noise (scale=1e-3)</a:t>
            </a:r>
            <a:br/>
            <a:r>
              <a:t>Op:   all params += N(0, sigma^2)</a:t>
            </a:r>
            <a:br/>
            <a:r>
              <a:t>Purpose: implicit SAM, encourages flat minima</a:t>
            </a:r>
            <a:br/>
            <a:r>
              <a:t>Problem: on 7B, noise further destabilizes</a:t>
            </a:r>
            <a:br/>
            <a:r>
              <a:t>      -&gt; 0.5B: PPL bounce 7.8 -&gt; 23.9 observed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4983480"/>
            <a:ext cx="5303520" cy="1143000"/>
          </a:xfrm>
          <a:prstGeom prst="rect">
            <a:avLst/>
          </a:prstGeom>
          <a:solidFill>
            <a:srgbClr val="EEFF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0">
                <a:solidFill>
                  <a:srgbClr val="202020"/>
                </a:solidFill>
              </a:defRPr>
            </a:pPr>
            <a:r>
              <a:t>REMOVED perturbation phase entirely</a:t>
            </a:r>
            <a:br/>
            <a:br/>
            <a:r>
              <a:t>Rationale:</a:t>
            </a:r>
            <a:br/>
            <a:r>
              <a:t>  7B: perturbation is purely harmful</a:t>
            </a:r>
            <a:br/>
            <a:r>
              <a:t>  Gradient injection signal is sufficient</a:t>
            </a:r>
            <a:br/>
            <a:r>
              <a:t>  Noise dilutes ALS directional guidance</a:t>
            </a:r>
            <a:br/>
            <a:br/>
            <a:r>
              <a:t>Result: No-Perturb gains +9.2 PPL vs Vanilla (8c)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21792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504D"/>
                </a:solidFill>
              </a:defRPr>
            </a:pPr>
            <a:r>
              <a:t>Core change: 2 lines (clone w_before + copy_ w_before) transforms ALS from weight-modifier to gradient-direction-discoverer -&gt; residual amplification path is fundamentally severed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Variant Details (1/3): Foundational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Vanilla / No-Perturb / Cosine / CONSTANT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Variant 1: A-SYNC Vanilla (8c) — Proof-of-Concept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Script: _a_sync_qwen7b.py, _a_sync_8cycle_7b.py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Mechanism: ALS delta -&gt; 梯度偏置注入, sync=0.05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exponential decay (sync ×= 0.8/cycle), with perturbation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 trajectory: 60.9-&gt;48.6-&gt;38.7-&gt;33.8-&gt;30.2-&gt;27.9-&gt;26.5-&gt;25.8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25.8 | slow monotonic, signal vanishes with decay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Issue: 扰动噪声稀释ALS信号+指数衰减过早停用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Variant 2: A-SYNC No-Perturb (8c) — Remove Perturb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Script: _a_sync_noperturb_7b.py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Mechanism: 与Vanilla完全相同, 仅移除扰动阶段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Motivation: 0.5B上扰动导致 7.8-&gt;23.9 PPL 反弹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 trajectory: 60.9-&gt;38.8-&gt;25.0-&gt;21.9-&gt;19.6-&gt;18.3-&gt;17.5-&gt;16.6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16.6 | +9.2 PPL vs Vanilla (perturbation harmful)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Conclusion: 7B上扰动阶段不需要, ALS信号已足够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Variant 3: A-SYNC Cosine (32c) — Cosine Decay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Script: _a_sync_32cycle_7b.py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Mechanism: sync = 0.05*0.5*(1+cos(pi*t/T)), 相同lr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extended to 32 cycles to find convergence asymptote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 trajectory: 59.9-&gt;33.4(C4)-&gt;18.9(C8)-&gt;14.7(C12)-&gt;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13.6(C16)-&gt;13.3(C20)-&gt;13.2(C24-32) PLATEAU!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13.2 | plateau at C20 (decay kills tail)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Key diagnosis: plateau motivated the CONSTANT 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Variant 4: A-SYNC CONSTANT (24c) — No Decay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Script: _a_sync_constant_7b.py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Mechanism: sync=0.05 恒, lr=2e-4 恒, 无任何衰减!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direct response to Cosine plateau diagnosis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7B trajectory: 61.8-&gt;36.0(C4)-&gt;18.5(C8)-&gt;12.4(C12)-&gt;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       10.4(C16)→9.5(C20)→9.0(C24)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PPL 9.0 | first to break PPL 10!</a:t>
            </a:r>
          </a:p>
          <a:p>
            <a:pPr>
              <a:spcAft>
                <a:spcPts val="200"/>
              </a:spcAft>
              <a:defRPr sz="900">
                <a:solidFill>
                  <a:srgbClr val="202020"/>
                </a:solidFill>
              </a:defRPr>
            </a:pPr>
            <a:r>
              <a:t>  Conclusion: 衰减策略全部有害 -- 外部衰减和自然收敛竞争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Variant Details (2/3): Enhanced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CONSTANT 48c / A-CYCLE / EMA / Aligned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5: A-SYNC CONSTANT (48c) — BEST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_a_sync_48cycle_7b.py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同24c, 延伸至48周期, sync+lr全恒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 trajectory: 58.8-&gt;33.0-&gt;16.9-&gt;12.2-&gt;10.6-&gt;9.7-&gt;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9.0→8.7→8.4→8.1→8.0→7.8→7.6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C44收敛: PPL 7.6 | 首个A-SYNC自然收敛PLATEAU!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每cycle Delta: C40+ = -0.2~-0.3 PPL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Best Protocol A result, 7.7× vs baseline (58.8)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6: A-CYCLE Warm Restart (3×8)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_a_cycle_7b.py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3块x8周期, 每块内Cosine, 块边界重置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Cosine衰减太快-&gt;重启重新注入ALS信号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 trajectory: B1C1-8 61.6-&gt;42.6-&gt;40.4 |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  B2C1-8 30.5-&gt;26.1-&gt;25.1 | B3C1-8 20.0-&gt;16.9-&gt;16.5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16.5 | intra-block decay wastes ~4 cycles/block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Conclusion: 块内Cosine衰减引入的浪费 &gt; 重启收益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7: A-SYNC+EMA — Delta Smoothing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_a_sync_plus_variants.py, _a_sync_plus_7b.py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ema_delta = beta*raw + (1-beta)*ema (beta=0.3)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inject smoothed δ instead of raw per-cycle δ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抑制minibatch高频噪声, 保留一致方向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all variants hit PPL 5.5 floor (capacity bound)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script exists but not run (runs/a_sync_plus_7b.json missing)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Assessment: 应自然补充到CONSTANT中, 预期稳定晚期收敛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8: A-SYNC+Aligned — Aligned Injection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_a_sync_plus_variants.py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proj=(dot(grad,delta)/dot(grad,grad)).clamp(min=0)*grad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inject only δ component positively aligned with SGD grad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Delta反向分量产生破坏性干涉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Diagnostic: track per-cycle cos(aligned_δ, grad)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starts higher (13.8 vs 9.4) but converges to 5.5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not run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Assessment: 对齐约束初期降低有效注入量, 晚期可能稳定改善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Variant Details (3/3): Alternatives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SWA / A-PROBE / A-KD / 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9: A-SYNC+SWA Cosine (16c)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_a_sync_swa_cosine_7b.py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SWA=C10起, EMA平均参数; Cosine衰减sync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load SWA weights for final evaluation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standard path PPL 10.5, SWA model PPL 13.8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SWA made it WORSE (+3.3 PPL)!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Reason: SWA assumes stationary SGD; A-SYNC is non-stationary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(δ direction changes per cycle); averaging across phases is harmful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Conclusion: SWA与A-SYNC根本不相容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09728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10: A-PROBE (r=64, 16c)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_probe_7b.py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不修改lm_head, 插入低秩探针(3584-&gt;64-&gt;3584)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 solves only probe output projection (64×64 Cholesky): trivial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lm_head weight is NEVER touched!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64维瓶颈消除残差放大 (delta被限制在小子空间)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 trajectory: 60.2-&gt;34.5(C4)-&gt;24.2(C8)-&gt;22.7(C12)-&gt;22.8(C16)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PPL 22.8 | converges but low quality (bottleneck too narrow)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Bottleneck = 3584/64 = 56× → expressiveness 1/56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11: A-KD (Knowledge Distillation)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Referenced in experiments, no standalone script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用教师模型输出替代恒等重建作为ALS目标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ALS target: min ‖XW^T − XW_old‖ → min ‖XW^T − teacher‖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/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ALS解决的对齐目标可以是有意义的教师信号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Status: not independently implemented, conceptual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56616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Variant 12: LARS Optimizer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Script: _lars_qwen05b.py, _lars_sanity.py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Mechanism: 替换SGD为LARS (Layer-wise Adaptive Rate Scaling)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trust_coefficient=0.001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     per-layer lr: lr_l = trust × ‖param_l‖ / ‖grad_l‖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Motivation: 层自适应率可能补偿残差放大的梯度不平衡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0.5B: run but results not recorded (runs/lars_qwen05b.json missing)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7B: not tested</a:t>
            </a:r>
          </a:p>
          <a:p>
            <a:pPr>
              <a:spcAft>
                <a:spcPts val="200"/>
              </a:spcAft>
              <a:defRPr sz="1000">
                <a:solidFill>
                  <a:srgbClr val="202020"/>
                </a:solidFill>
              </a:defRPr>
            </a:pPr>
            <a:r>
              <a:t>  Assessment: 最自然的补充, 但LARS在NLP中的稳定性存疑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Variant Convergence Trajectories (7B)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8 variants on Qwen2.5-7B (28L) — actual GPU data</a:t>
            </a:r>
          </a:p>
        </p:txBody>
      </p:sp>
      <p:pic>
        <p:nvPicPr>
          <p:cNvPr id="3" name="Picture 2" descr="weekly_variant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7B 收敛排名: 全部A-SYNC变体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 -- A-SYNC CONSTANT 48c 夺冠</a:t>
            </a:r>
          </a:p>
        </p:txBody>
      </p:sp>
      <p:pic>
        <p:nvPicPr>
          <p:cNvPr id="3" name="Picture 2" descr="fig7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043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7B FLOPs Efficiency: PPL per TFLOP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Qwen2.5-7B (28L) — PPL improvement per unit of compute</a:t>
            </a:r>
          </a:p>
        </p:txBody>
      </p:sp>
      <p:pic>
        <p:nvPicPr>
          <p:cNvPr id="3" name="Picture 2" descr="weekly_7b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7957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Fix Strategy Taxonomy: 5 Categories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What actually works? A complete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A. Reduce perturbation magnitude: 让ALS delta更小/更平滑再注入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EMA smoothing (β=0.3 cross-cycle) | Aligned injection (grad-aligned only) | step_size reduction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Effect: limited — combination with CONSTANT untested (critical gap)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B. Increase recovery capacity: 给SGD更多消化预算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More SGD steps/cycle (50→200) | higher lr | LARS layer-adaptive lr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Effect: marginal — LARS untested on 7B, more SGD may accelerate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C. Change intervention mechanics: 绕过残差放大路径 -- 唯一的一阶改善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A-SYNC gradient injection (no weight change) | A-PROBE low-rank probe (64-dim bottleneck)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Effect: first-order — A-SYNC turns 7B from divergent to convergent; A-PROBE confirms bottleneck hypothesis but lacks expressiveness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D. Change decay schedule: 控制何时以多大强度注入ALS信号 -- 二阶改善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 no decay (best: PPL 7.6) &gt; Exponential &gt; Cosine (worst: PPL 13.2) &gt; Warm Restart (PPL 16.5)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Effect: 2nd-order — all decay counterproductive; CONSTANT improves PPL 25.8→7.6 (3.4×) by keeping signal alive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E. Post-hoc smoothing: 优化后平均权重降低方差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SWA (from C10) — adds +3.3 PPL on A-SYNC's non-stationary trajectory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Effect: counterproductive — A-SYNC's ALS-driven trajectory is fundamentally non-stationary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FLOPs-Normalized Comparison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</a:defRPr>
            </a:pPr>
            <a:r>
              <a:t>A-SYNC CONSTANT vs AdamW Full-Rank vs LoRA AdamW on OPT-125m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Accounting: Per-Step, Per-Module Computation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Parameter-count multiplier model (matching altopt/profiling/flops.py)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 multiplier model (per-step = multiplier × trainable params):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ALS (lm_head 块求解):  4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Includes: normal eq (X^TX) + Cholesky + triangular solve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4 x 125M = 501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Used ONLY in A-SYNC ALS phase (1× per cycle)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SGD (前传+反传):  6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Includes: fwd activations (3×) + bwd gradients (3×)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6 x 125M = 751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Used in A-SYNC SGD phase (50 steps/cycle)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AdamW (前传+反传+2个矩):  10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Includes: SGD 6× + two moment buffers (2×) + bias correction (2×)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10 x 125M = 1252 MFLOPs/step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 version: 10 × 0.59M = 5.9 MFLOPs/step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Eval (纯前传):  3 x n_params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OPT-125m: 3 x 125M = 376 MFLOPs/eval</a:t>
            </a:r>
          </a:p>
        </p:txBody>
      </p:sp>
      <p:pic>
        <p:nvPicPr>
          <p:cNvPr id="4" name="Picture 3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760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FLOPs budget matched: A-SYNC 24c = 24×(ALS+50×SGD) = 24×(501+50×751) MF = 0.91 TFLOPs</a:t>
            </a:r>
          </a:p>
          <a:p>
            <a:pPr>
              <a:spcAft>
                <a:spcPts val="400"/>
              </a:spcAft>
              <a:defRPr sz="1000">
                <a:solidFill>
                  <a:srgbClr val="C0504D"/>
                </a:solidFill>
              </a:defRPr>
            </a:pPr>
            <a:r>
              <a:t>AdamW matched: 0.91T/(10×125M)=730 steps | LoRA: same steps, only 0.013T — 70× compute savings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FLOPs-Normalized Experiment Design: 3 Protocols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 (12L, 125M), WikiText-2, float32, 2×RTX 5090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协议1: A-SYNC CONSTANT 48c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 cycle: 1× ALS lm_head + 50× SGD all params (body+head)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ALS: reg_lambda=1e-3, step_size=0.01, block_size=512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SGD: lr=1e-4, momentum=0,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Grad injection: grad += 0.05 × δ (constant, NO decay!)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No perturbation | 48 cycles → 2400 SGD steps + 48 ALS steps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Total FLOPs: 1.846 TFLOPs, wall time: 318s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协议2: AdamW Full-Rank (Protocol 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 step: AdamW all params (β=0.9,0.999) → 1252 MF/step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lr=1e-4, weight_decay=0.01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730 total steps (matching A-SYNC 24c FLOPs budget)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Total FLOPs: 0.911 TFLOPs, wall time: 136s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协议3: LoRA AdamW r=8 (Protocol D style)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LoRA adapters: q_proj, v_proj, k_proj, out_proj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r=8, α=16, only 589,824 trainable params (213× fewer!)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 step: AdamW on LoRA params only → 5.9 MF/step (!!)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Same 730 steps, but FLOPs: 0.013T (70× less!)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Wall time: 142s (fwd still needs all params, so wall time not saved)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Why OPT-125m (12 layers)?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125M params: fits 32GB GPU for rapid iteration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12 layers: ρ¹¹=2.3×, residual amplification stable enough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A-SYNC can converge (unlike 28-layer 7B)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Fast: full experiment ~5 min, easy to debug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Controlled variable: fixed depth, compare only protocol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FLOPs budget matching logic: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Goal: give each protocol equal compute budget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Method: A-SYNC 24c total FLOPs = 24 × (ALS + 50×SGD)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= 24 × (501+50×751) MF = 0.91 TFLOPs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AdamW steps = 0.91T / 1252 MF = 730 steps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    LoRA steps = same 730 (FLOPs automatically lower)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A-SYNC 48c = 2× budget (study longer training)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Evaluation scheme: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A-SYNC: every cycle eval (25 eval points)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AdamW/LoRA: every 30 steps eval (25 eval points)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Metric: PPL (WikiText-2 test) + FLOPs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All protocols start at same point: PPL=2246 (baseline)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Hardware: 2× NVIDIA RTX 5090 (32 GB)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dtype=float32, batch=4 train / 8 eval, seq=128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Budget Breakdown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Per-step computation + total budget stacked</a:t>
            </a:r>
          </a:p>
        </p:txBody>
      </p:sp>
      <p:pic>
        <p:nvPicPr>
          <p:cNvPr id="3" name="Picture 2" descr="weekly_flop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118872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 vs PPL Detailed Comparison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Annotated: AdamW PPL=23.2, LoRA PPL=37.3, A-SYNC PPL=60.7</a:t>
            </a:r>
          </a:p>
        </p:txBody>
      </p:sp>
      <p:pic>
        <p:nvPicPr>
          <p:cNvPr id="3" name="Picture 2" descr="weekly_flops_ppl_det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1197864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FLOPs-Normalized Comparison: Full Data Table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OPT-125m, all 3 protocols + A-SYNC 48c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188720"/>
            <a:ext cx="26517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FLOPs/step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18872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Final PPL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10972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FLOPs(T)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188720"/>
            <a:ext cx="12801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Wall(s)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1188720"/>
            <a:ext cx="14630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PPL/TFLOP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AdamW Full-Rank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72768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1252 MF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72768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23.2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72768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572768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1572768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LoRA AdamW r=8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56816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5.9 MF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956816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37.3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956816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956816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1956816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2812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24c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340864"/>
            <a:ext cx="2651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ALS+SGD/step ×50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24c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340864"/>
            <a:ext cx="2286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340864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0.923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340864"/>
            <a:ext cx="12801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0" y="2340864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80.3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A-SYNC CONST 48c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24912"/>
            <a:ext cx="2651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同上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48c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724912"/>
            <a:ext cx="2286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60.7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724912"/>
            <a:ext cx="10972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1.846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724912"/>
            <a:ext cx="12801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0" y="2724912"/>
            <a:ext cx="14630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32.9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2918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Key observations: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AdamW absolute best: PPL 23.2 — full-rank + adaptive moments unbeatable on shallow (12L)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LoRA efficiency unbeatable: PPL 37.3 at 1/70 FLOPs — 589K params = acceptable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LoRA PPL/TFLOP: 37.3/0.013T = 2812 — 87× better than A-SYNC!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A-SYNC 48c still converging: Δ=−0.3 to −0.7/cycle, no plateau yet (PPL~40 at C100)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A-SYNC slow on shallow is expected — its value is enabling 28L convergence (AdamW 1.25 vs A-SYNC 7.6)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Wall time: A-SYNC (318s) ≫ AdamW (136s) due to ALS solve + eval overhead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Efficiency ranking: LoRA (2812) ≫ A-SYNC 48c (33) &gt; AdamW (25) | BUT — final PPL is the bottom line!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CONSTANT 48c: Full Trajectory (OPT-125m)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48 cycles, 1 ALS+50 SGD/cycle = 2448 steps, 1.85 TFLOPs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Baseline: PPL=2246.1 (untrained OPT-125m)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1 (C1–C8): Rapid descent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C1: 1458 -&gt; C4: 490 -&gt; C8: 169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Per-cycle improvement: 200–400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δ magnitude large, gradient injection strong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body rapidly adapts to lm_head direction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2 (C9–C24): Stable convergence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C9: 140 -&gt; C16: 87 -&gt; C24: 74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Per-cycle improvement: 3–8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δ begins auto-shrinking (body partially adapted)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No decay: sync=0.05 stays at full strength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Phase 3 (C25–C48): Slow but sustained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C25: 73 -&gt; C36: 66 -&gt; C48: 61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Per-cycle improvement: 0.3–0.7 PPL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ALS δ magnitude continues auto-shrinking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No plateau — still improving!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Prediction: C100 → PPL ~40</a:t>
            </a:r>
          </a:p>
        </p:txBody>
      </p:sp>
      <p:pic>
        <p:nvPicPr>
          <p:cNvPr id="4" name="Picture 3" descr="flops_sweep_opt125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Cross-Model Results Summary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12L → 24L → 28L: Different depths, different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12 Layers (OPT-125m) — shallow, ρ¹¹=2.3×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A-SYNC converges: PPL 2246 → 60.7 (48c)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AdamW wins: PPL 23.2 (0.91T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LoRA most efficient: PPL 37.3 (0.013T FLOPs)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Conclusion: AdamW unbeatable on shallow models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gradient injection overhead at 2.3× has no payoff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24 Layers (Qwen0.5B) — moderate, ρ²³=5.9×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Protocol A still converges, marginally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A-SYNC+ variants all converge to PPL 5.5 (capacity floor)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LoRA also reaches PPL 5.5 (more compute-efficient)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Conclusion: 0.5B too small to differentiate variants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28 Layers (Qwen7B) — deep, ρ²⁷=8.0×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Protocol A 11/11 diverge (impossible to converge!)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A-SYNC CONSTANT 48c: first convergence, PPL 7.6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AdamW 800 steps: PPL 1.25 (still far superior)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A-SYNC gap: 6.1× vs AdamW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But 7.7× better than baseline (58.8→7.6)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· Conclusion: A-SYNC solves divergence, hasn't caught up to AdamW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Depth–Protocol Selection Matrix: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Depth | Recommended           | Rationale               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|-------|----------------------|-------------------------------|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≤12L  | AdamW Full-Rank      | Absolute best, A-SYNC overhead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12–24L| AdamW or LoRA        | A-SYNC converges but no advantage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≥28L  | A-SYNC CONSTANT      | Only convergent Protocol A       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| Any   | LoRA AdamW (r=8)     | Most efficient, resource-constrained |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A-SYNC Value Proposition: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NOT meant to replace AdamW (impossible on shallow)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Provides Protocol A with convergence guarantees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on deep models (previously 28L+ 100% divergent)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From divergence → PPL 7.6 is a qualitative breakthrough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· From PPL 7.6 → 1.25 (catching up to AdamW)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  is quantitative, likely needs 2–4× more cycles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Open Problems: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1. ALS objective mismatch: reconstruct loss ≠ CE loss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2. Only lm_head guided by ALS: 27 body layers use SGD alone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3. Gradient clipping: max_norm=1.0 may cap effective updates</a:t>
            </a:r>
          </a:p>
          <a:p>
            <a:pPr>
              <a:spcAft>
                <a:spcPts val="400"/>
              </a:spcAft>
              <a:defRPr sz="1000">
                <a:solidFill>
                  <a:srgbClr val="202020"/>
                </a:solidFill>
              </a:defRPr>
            </a:pPr>
            <a:r>
              <a:t>  4. Long-cycle 7B not done: 96–128c may further narrow gap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A-SYNC 12-Variant Complete Comparison Table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Mechanism + 7B PPL + vs CONSTANT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88720"/>
            <a:ext cx="2103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Variant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188720"/>
            <a:ext cx="438912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188720"/>
            <a:ext cx="173736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7B PPL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188720"/>
            <a:ext cx="15544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vs CONSTANT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1188720"/>
            <a:ext cx="192024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Convergence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Vanilla (8c)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57276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 injection + perturb + exp decay, sync×=0.8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57276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25.8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57276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Δ+18.2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57276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Slow (decay kills early)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95681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No-Perturb (8c)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5681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Remove perturbation, otherwise same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95681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95681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Δ+9.0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95681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Converges (perturb harmful)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40864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Cosine 32c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340864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sync+lr = cosine decay to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340864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13.2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340864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Δ+5.6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2340864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Plateau C20 (decay kills)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724912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24c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24912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sync=0.05 const, lr=2e-4 const, no perturb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24912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724912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Δ+1.4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724912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Converges, first &lt;PPL 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1089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CONSTANT 48c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108960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Extended 48 cycles, C44 natural convergence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108960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108960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3108960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C44 convergence, BEST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93008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A-CYCLE 3x8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3493008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 blocks×8 cycles, cosine per block,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493008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493008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Δ+8.9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3493008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Block decay wastes 4c/block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877056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+EMA (beta=0.3)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877056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 exponential moving average across cycles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3877056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 5.5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3877056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Not tested 7B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3877056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 not run (missing runs)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261104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+Aligned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261104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Only inject δ component aligned with grad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261104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 5.5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4261104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Not tested 7B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32720" y="4261104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 not run (missing runs)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645152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+Warmup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645152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4 cycles SGD warmup then A-SYNC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4645152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 5.5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4645152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Not tested 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4645152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7B not run (missing runs)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5029200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+SWA Cosine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029200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SWA from C10 + cosine decay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5029200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5029200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Δ+2.9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5029200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SWA +3.3 PPL (!)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5413248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A-PROBE r=64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7440" y="5413248"/>
            <a:ext cx="4389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Low-rank probe, ALS solves probe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5413248"/>
            <a:ext cx="1737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22.8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5413248"/>
            <a:ext cx="1554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Δ+15.2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5413248"/>
            <a:ext cx="1920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Converges, bottleneck 56×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5797296"/>
            <a:ext cx="2103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LARS optimizer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5797296"/>
            <a:ext cx="43891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Layer-adaptive lr replacing SGD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0" y="5797296"/>
            <a:ext cx="1737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0.5B: ???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5797296"/>
            <a:ext cx="155448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Not tested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332720" y="5797296"/>
            <a:ext cx="192024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0.5B not recorded, 7B not run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318504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Ranking: CONSTANT 48c (7.6) &lt; CONSTANT 24c (9.0) &lt; +SWA (10.5) &lt; Cosine (13.2) &lt; No-Perturb (16.6) &lt; A-CYCLE (16.5) &lt; A-PROBE (22.8) &lt; Vanilla (25.8)</a:t>
            </a:r>
          </a:p>
          <a:p>
            <a:pPr>
              <a:spcAft>
                <a:spcPts val="400"/>
              </a:spcAft>
              <a:defRPr sz="900">
                <a:solidFill>
                  <a:srgbClr val="C0504D"/>
                </a:solidFill>
              </a:defRPr>
            </a:pPr>
            <a:r>
              <a:t>Core rule: decay = harmful, perturb = harmful, no decay + more cycles = optimal. 5 variants still untested on 7B (EMA/Aligned/Warmup/LARS/long CONSTANT).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Summary of Key Findings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From theory to experiment: complete chain of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1: Residual amplification (ρ≈1.08) is the root cause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SCM causal derivation: δ_{l+1} = (I+J_l)·δ_l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Cross-4-family experimental validation: L_max ≈ 26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1.08 = cross-layer geometric mean of ‖I+J_l‖ spectral norm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8% per-layer amplification is intrinsic to trained Transformers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2: A-SYNC gradient injection bypasses amplification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Module-level: lm_head ALS → compute δ only, weight NOT modified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body SGD → SGD + gradient bias injection (sync×δ)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All params: remove Perturb (counterproductive on 7B)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7B (28L) first convergence (100% divergence → PPL 7.6)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3: CONSTANT schedule is optimal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All decay harmful: Cosine (plateau) &gt; Exponential (early cutoff)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CONSTANT keeps ALS δ signal alive, body adapts continuously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Natural convergence: ALS δ auto-decays as body adapts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→ External decay is redundant and self-destructive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4: FLOPs-normalized experiment (OPT-125m)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Per-step accounting: ALS=4×, SGD=6×, AdamW=10×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AdamW Full-Rank: PPL 23.2 (absolute best)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LoRA r=8: PPL 37.3 at 0.013T (most efficient, 70× less)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A-SYNC 48c: PPL 60.7 at 1.85T (still converging)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5: A-SYNC positioned for deep models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Depth | Recommended         | A-SYNC advantage?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12L   | AdamW or LoRA       | None (overhead)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24L   | Any works            | Marginal (0.5B)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| 28L+  | A-SYNC CONSTANT      | Only convergent     |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Finding 6: Only 2 of 5 fix categories are effective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Category C (mechanics): gradient injection — 1st order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Category D (schedule): CONSTANT — 2nd order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Categories A/B/E: limited / marginal / counterproductive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下一步: 7B上测 EMA/Aligned/CONSTANT 96c+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Narrow the 6.1× gap to AdamW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Next Steps</a:t>
            </a:r>
          </a:p>
          <a:p>
            <a:pPr>
              <a:defRPr sz="1300" i="1">
                <a:solidFill>
                  <a:srgbClr val="CCDDEE"/>
                </a:solidFill>
              </a:defRPr>
            </a:pPr>
            <a:r>
              <a:t>Experiments + Paper +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Short-term (1–2 weeks): Complete missing 7B experiments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1. A-SYNC+EMA 7B validation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Script: _a_sync_plus_7b.py 已写, 待GPU运行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Expected: suppress late-cycle noise, stabilize C40+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2. A-SYNC+Aligned 7B validation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Script: 需适配到7B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Expected: reduce destructive gradient interference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3. A-PROBE larger rank (256/512/1024)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Script: _probe_7b.py 需改 rank参数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Expected: find sweet spot between expressiveness and safety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Medium-term (2–4 weeks): Long-cycle 7B experiments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4. A-SYNC CONSTANT 96–128 cycle 7B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Test: whether sustained convergence narrows AdamW gap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Expected: possible PPL 3–5 range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5. Multi-head ALS: 2–3 attention layers simultaneously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Test: effect of expanding ALS guidance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Paper progress (in parallel with experiments):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6. Independent replicator recalculates main tables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P1.1 / P1.2 / P1.3 + FLOPs experiment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Ensure all numbers are reproducible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7. Update paper to v0.9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Add A-SYNC CONSTANT 48c 7B results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Add FLOPs-normalized comparison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Update conclusion: Protocol A now converges on deep models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8. Select submission venue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TMLR (double-blind, rolling review)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arXiv + NeurIPS / ICML workshop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   ACL Rolling Review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This week's output: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docs/a_sync_report_en.pdf (456KB)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docs/a_sync_report_zh.pdf (529KB)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docs/residual-amplification-why-108.md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docs/a-sync-variants-and-fixes.md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docs/flops-sweep-report.md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experiments/_flops_sweep.py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experiments/_gen_weekly_ppt.py</a:t>
            </a:r>
          </a:p>
          <a:p>
            <a:pPr>
              <a:spcAft>
                <a:spcPts val="400"/>
              </a:spcAft>
              <a:defRPr sz="1100">
                <a:solidFill>
                  <a:srgbClr val="202020"/>
                </a:solidFill>
              </a:defRPr>
            </a:pPr>
            <a:r>
              <a:t>  docs/weekly_group_meeting_20260724.pptx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Thanks!  .  github.com/hjiang555-a11y/alternating-optimization-lora  .  2026/07/24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