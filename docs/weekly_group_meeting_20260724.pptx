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A-SYNC 协议族演化</a:t>
            </a:r>
            <a:br/>
            <a:r>
              <a:t>与 FLOPs 归一化对比实验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</a:defRPr>
            </a:pPr>
            <a:r>
              <a:t>Alternating Optimization for LLM Post-Training -- 周进展汇报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</a:defRPr>
            </a:pPr>
            <a:r>
              <a:t>2026/07/23-24 | 6 commits | 2 GPU experiments | 3 docs | 7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本周工作概览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6 commits, 3 major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1. 双语文档交付: EN+ZH A-SYNC 变体报告 (456KB+529KB PDF)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2. 基础理论文档: 残差放大 (rho=1.08) 因果推导 + A-SYNC 12变体分类与修复策略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3. FLOPs归一化实验: A-SYNC CONSTANT vs AdamW vs LoRA on OPT-125m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关键数字: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6 commits pushed to github.com/hjiang555-a11y + gingersea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10 张新图表 (3 extra for this PPT)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~7000 字技术文档 (中英双语)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A-SYNC CONSTANT 48c: OPT-125m PPL 2246-&gt;60.7 | Qwen7B PPL 58.8-&gt;7.6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LoRA AdamW r=8: PPL 37.3 at only 0.013 TFLOPs (70x less compute!)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Protocol A 模块级算法拆解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每个模块用了什么算法? 为什么会发散?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760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 (ASP) = ALS + SGD + Perturb 三阶段交替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模块1: lm_head (输出投影层, 125M params)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算法: ALS (Alternating Least Squares)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操作: 对 lm_head 权重做块内闭式L2求解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W_new = argmin ||X W^T - Y_target||^2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特点: 一步到块内最优, 但不感知跨层耦合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问题: 修改lm_head后所有后续层激活值改变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模块2: Transformer body (24层attention+FFN)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算法: SGD (随机梯度下降, lr=1e-4)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操作: 标准前传+反传, 更新所有body参数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特点: 试图消化 ALS 引入的分布偏移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问题: 50步 SGD 远不足以恢复 (需~150+)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模块3: 全参数空间 (lm_head + body)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算法: Perturbation (高斯噪声, scale=1e-3)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操作: 向所有参数注入随机扰动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目的: 鼓励平坦极小值 (隐式SAM)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问题: 在深层模型上进一步恶化不稳定</a:t>
            </a:r>
          </a:p>
        </p:txBody>
      </p:sp>
      <p:pic>
        <p:nvPicPr>
          <p:cNvPr id="4" name="Picture 3" descr="fig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2560320"/>
          </a:xfrm>
          <a:prstGeom prst="rect">
            <a:avLst/>
          </a:prstGeom>
        </p:spPr>
      </p:pic>
      <p:pic>
        <p:nvPicPr>
          <p:cNvPr id="5" name="Picture 4" descr="fig1_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53035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为什么 Protocol A 在&gt;=28层上发散?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残差放大: 从因果干预到指数级崩塌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1: ALS 对 lm_head 做硬干预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do(theta_lm := theta_ALS)  -- Pearl do-calculus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切断入边, 用L2闭式解直接替换参数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2: 干预偏差通过残差流传播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定义 delta = h_ALS - h_original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每一层: h_{l+1} = h_l + f_l(h_l)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      delta_{l+1} = (I + J_l) . delta_l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J_l = 层l的雅可比矩阵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3: 级联放大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||delta_L|| = ||delta_0|| . prod(I+J_l)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= ||delta_0|| . rho^{L-1}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rho = 1.08 (跨层几何均值, 来自4个模型族拟合)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4: 临界层数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1.08^27 = 8.0x  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SGD每周期恢复 ~0.005 PPL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不对称比: 1600:1 -&gt; 灾难性发散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L_max = ln(C_recovery/||delta||)/ln(1.08) =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实验确认 (4个模型族, 8个架构):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模型          | L  | rho^{L-1} | 预测  | 实际 PPL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OPT-125m      | 12 | 2.3x      | conv  | 106.9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TinyLlama-1B  | 22 | 5.0x      | conv  | 15.5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Qwen0.5B      | 24 | 5.9x      | 边际  | 18.0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Qwen7B        | 28 | 8.0x      | DIV   | 11/11 DIV|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关键公式: L_max = ln(C_recovery/||delta||)/ln(rho)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rho: 每层谱范数 (来自 I+J_l 的李雅普诺夫指数)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C_recovery: SGD 恢复预算 (eta . mu_min . T_SGD)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||delta||: ALS 干预幅度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为什么 LoRA/Protocol C 安全?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低秩约束: ||delta_eff|| = (r/d) . ||delta_full||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r=8, d=768 -&gt; delta 缩小 96x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总放大: 8.0 * 0.01 = 0.08 &lt;&lt; SGD 恢复能力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核心创新: A-SYNC 梯度注入 -- 模块级变化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Protocol A (修改权重) -&gt; A-SYNC (塑形梯度)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 (旧): ALS 权重修改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lm_head:  ALS闭式解 -&gt; 直接替换 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body:     SGD 消化分布偏移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全参数:   Perturb 噪声注入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问题:     ALS修改进入前传 -&gt; 残差链放大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A-SYNC (新): 梯度塑形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1: ALS 计算 delta = W_als - W_before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2: 权重立即恢复! lm_head 保持预训练值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3: SGD 时注入 grad_bias = sync * delta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body:     SGD 步时 grad += sync_strength * delta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全参数:   去掉 Perturb 阶段 (7B上扰动的反作用)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关键差异表: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    | Protocol A      | A-SYNC CONSTANT  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|lm_head| ALS直接改权重  | ALS算delta不修改权重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|body   | SGD被动消化    | SGD + grad梯度偏置注入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|perturb| 高斯噪声全参数 | 完全移除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|sync   | 无             | 0.05 (恒, 不衰减)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|前传   | ALS权重进入    | 从未看到ALS权重         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为什么梯度注入绕过了残差放大?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A: ALS delta -&gt; weight change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前传: h_L_perturbed = f(h, W+delta_W)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残差链: (I+J_L)...(I+J_1).delta -&gt; 指数放大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A-SYNC: ALS delta -&gt; gradient bias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前传: h_L = f(h, W_original)  (不变!)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残差链: 未被触发 (权重未改)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反传: grad += sync*delta  (方向引导)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body 在弱信号下逐渐自适应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类比: Protocol A = 直接手术 (高风险)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  A-SYNC  = 物理治疗 (渐进式引导)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结果: 7B (28L) 首次收敛!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旧 Protocol A: 11/11 发散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 vanilla 8c: PPL 60.9 -&gt; 25.8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 CONSTANT 48c: PPL 58.8 -&gt; 7.6 (C44收敛)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变体详解 (1/3): 基础变体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Vanilla / No-Perturb / Cosine / CONSTANT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变体1: A-SYNC Vanilla (8c) -- 原始概念验证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脚本: _a_sync_qwen7b.py, _a_sync_8cycle_7b.py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机制: ALS delta -&gt; 梯度偏置注入, sync=0.05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指数衰减 (sync *= 0.8/cycle), 含扰动阶段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7B轨迹: 60.9-&gt;48.6-&gt;38.7-&gt;33.8-&gt;30.2-&gt;27.9-&gt;26.5-&gt;25.8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25.8 | 缓慢单调衰减 (衰减后期信号消失)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问题: 扰动噪声稀释ALS信号+指数衰减过早停用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变体2: A-SYNC No-Perturb (8c) -- 去掉扰动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脚本: _a_sync_noperturb_7b.py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机制: 与Vanilla完全相同, 仅移除扰动阶段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动机: 0.5B上扰动导致 7.8-&gt;23.9 PPL 反弹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7B轨迹: 60.9-&gt;38.8-&gt;25.0-&gt;21.9-&gt;19.6-&gt;18.3-&gt;17.5-&gt;16.6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16.6 | +9.2 PPL vs Vanilla (扰动纯属有害)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结论: 7B上扰动阶段不需要, ALS信号已足够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8404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变体3: A-SYNC Cosine (32c) -- 余弦衰减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脚本: _a_sync_32cycle_7b.py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机制: sync = 0.05*0.5*(1+cos(pi*t/T)), 相同lr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扩展到32周期测试收敛渐近线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7B轨迹: 59.9-&gt;33.4(C4)-&gt;18.9(C8)-&gt;14.7(C12)-&gt;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  13.6(C16)-&gt;13.3(C20)-&gt;13.2(C24-32) 平台!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13.2 | C20平台 (衰减杀死了尾部信号)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关键诊断: 平台启发了 CONSTANT 实验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变体4: A-SYNC CONSTANT (24c) -- 无衰减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脚本: _a_sync_constant_7b.py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机制: sync=0.05 恒, lr=2e-4 恒, 无任何衰减!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直接回应 Cosine 平台诊断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7B轨迹: 61.8-&gt;36.0(C4)-&gt;18.5(C8)-&gt;12.4(C12)-&gt;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  10.4(C16)-&gt;9.5(C20)-&gt;9.0(C24)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9.0 | 第一个突破 PPL 10 的变体!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结论: 衰减策略全部有害 -- 外部衰减和自然收敛竞争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变体详解 (2/3): 改进变体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CONSTANT 48c / A-CYCLE / EMA / Aligned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变体5: A-SYNC CONSTANT (48c) -- BEST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_a_sync_48cycle_7b.py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同24c, 延伸至48周期, sync+lr全恒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7B轨迹: 58.8-&gt;33.0-&gt;16.9-&gt;12.2-&gt;10.6-&gt;9.7-&gt;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  9.0-&gt;8.7-&gt;8.4-&gt;8.1-&gt;8.0-&gt;7.8-&gt;7.6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C44收敛: PPL 7.6 | 首个A-SYNC自然收敛平台!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每cycle Delta: C40+ = -0.2~-0.3 PPL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最优Protocol A结果, 7.7x vs baseline (58.8)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变体6: A-CYCLE Warm Restart (3x8)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_a_cycle_7b.py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3块x8周期, 每块内Cosine, 块边界重置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Cosine衰减太快-&gt;重启重新注入ALS信号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7B轨迹: B1C1-8 61.6-&gt;42.6-&gt;40.4 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  B2C1-8 30.5-&gt;26.1-&gt;25.1 | B3C1-8 20.0-&gt;16.9-&gt;16.5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PPL 16.5 | 块内衰减浪费4周期/块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结论: 块内Cosine衰减引入的浪费 &gt; 重启收益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变体7: A-SYNC+EMA -- delta 平滑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_a_sync_plus_variants.py, _a_sync_plus_7b.py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ema_delta = beta*raw + (1-beta)*ema (beta=0.3)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注入平滑后的delta代替原始每周期delta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抑制minibatch高频噪声, 保留一致方向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所有变体达PPL 5.5 floor (容量底)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脚本存在但未运行 (runs/a_sync_plus_7b.json 缺)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评估: 应自然补充到CONSTANT中, 预期稳定晚期收敛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变体8: A-SYNC+Aligned -- 对齐注入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_a_sync_plus_variants.py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proj=(dot(grad,delta)/dot(grad,grad)).clamp(min=0)*grad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只注入Delta与SGD梯度正对齐的分量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Delta反向分量产生破坏性干涉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诊断: 跟踪每周期cos(aligned_delta, grad)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起始更高(13.8 vs baseline 9.4)但最终同达5.5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未运行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评估: 对齐约束初期降低有效注入量, 晚期可能稳定改善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变体详解 (3/3): 替代方法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SWA / A-PROBE / A-KD / 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变体9: A-SYNC+SWA Cosine (16c)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_a_sync_swa_cosine_7b.py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SWA=C10起, EMA平均参数; Cosine衰减sync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最终加载SWA权重做评估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标准路径PPL 10.5, SWA模型PPL 13.8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SWA反而变差 (+3.3 PPL)!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原因: SWA假设稳态SGD轨迹, A-SYNC是非稳态的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(ALS delta方向每周变化), 平均不同阶段是坏的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结论: SWA与A-SYNC根本不相容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变体10: A-PROBE (r=64, 16c)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_probe_7b.py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不修改lm_head, 插入低秩探针(3584-&gt;64-&gt;3584)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ALS只解探针输出投影(64x64 Cholesky): 平凡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lm_head权重完全不动!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64维瓶颈消除残差放大 (delta被限制在小子空间)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7B轨迹: 60.2-&gt;34.5(C4)-&gt;24.2(C8)-&gt;22.7(C12)-&gt;22.8(C16)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PPL 22.8, 收敛但质量差 (瓶颈太窄, 信息损失)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瓶颈=3584/64=56x -&gt; 表达能力下降到1/56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变体11: A-KD (Knowledge Distillation)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参考实验中提及, 无独立脚本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用教师模型输出替代恒等重建作为ALS目标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ALS 目标不再是 min||XW^T - XW_old||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而是 min||XW^T - teacher_output||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ALS解决的对齐目标可以是有意义的教师信号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状态: 未独立实现, 概念阶段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变体12: LARS Optimizer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_lars_qwen05b.py, _lars_sanity.py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替换SGD为LARS (Layer-wise Adaptive Rate Scaling)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trust_coefficient=0.001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每层独立学习率: lr_l = trust * ||param_l||/||grad_l||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层自适应率可能补偿残差放大的梯度不平衡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已运行但结果未记录 (runs/lars_qwen05b.json 缺)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未测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评估: 最自然的补充, 但LARS在NLP中的稳定性存疑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变体收敛轨迹 (7B)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8个变体 x Qwen2.5-7B (28L) -- 实际GPU数据</a:t>
            </a:r>
          </a:p>
        </p:txBody>
      </p:sp>
      <p:pic>
        <p:nvPicPr>
          <p:cNvPr id="3" name="Picture 2" descr="weekly_varian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7B 收敛排名: 全部A-SYNC变体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Qwen2.5-7B (28L) -- A-SYNC CONSTANT 48c 夺冠</a:t>
            </a:r>
          </a:p>
        </p:txBody>
      </p:sp>
      <p:pic>
        <p:nvPicPr>
          <p:cNvPr id="3" name="Picture 2" descr="fig7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043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修复策略分类: 5大类别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哪些策略真正有效? 完整归纳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A. 降低扰动幅度: 让ALS delta更小/更平滑再注入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EMA平滑 (beta=0.3跨周期平均) | Aligned注入 (只保留梯度同向分量) | step_size减小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有限 -- 与CONSTANT的结合未测试 (关键缺失实验)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B. 增强恢复能力: 给SGD更多消化预算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更多SGD步/周期 (50-&gt;200) | 更高lr | LARS层自适应学习率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边际 -- LARS未测7B, 更多SGD步可能加速收敛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C. 改变干预机制: 绕过残差放大路径 -- 唯一的一阶改善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A-SYNC梯度注入 (不修改权重, 塑形梯度) | A-PROBE低秩探针 (约束到64维瓶颈)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一阶 -- A-SYNC让7B从发散变为收敛; A-PROBE确认瓶颈假设但表达力不足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D. 改变衰减调度: 控制何时以多大强度注入ALS信号 -- 二阶改善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CONSTANT无衰减 (最优: PPL 7.6) &gt; Exponential衰减 &gt; Cosine衰减 (最差: PPL 13.2) &gt; Warm Restart (PPL 16.5)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二阶 -- 衰减策略全部反作用, CONSTANT通过保持信号使PPL从25.8-&gt;7.6 (3.4x改善)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E. 事后平滑: 优化后平均权重降低方差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SWA (Stochastic Weight Averaging, C10起) -- 在A-SYNC非稳态轨迹上反增3.3 PPL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反作用 -- A-SYNC的ALS驱动轨迹根本非稳态, SWA假设稳态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FLOPs 归一化对比实验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EE"/>
                </a:solidFill>
              </a:defRPr>
            </a:pPr>
            <a:r>
              <a:t>A-SYNC CONSTANT vs AdamW Full-Rank vs LoRA AdamW  on  OPT-125m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FLOPs会计: 每步每模块的计算量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基于参数计数乘子模型 (匹配 altopt/profiling/flops.py)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FLOPs 乘子模型 (所有估计按 每步 = 乘子 x 可训练参数量):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ALS (lm_head 块求解):  4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含: 正规方程构建 (X^T X) + Cholesky分解 + 三角求解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4 x 125M = 501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仅用于 A-SYNC 协议的 ALS 阶段 (每周期1次)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SGD (前传+反传):  6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含: 前传激活 (3x) + 反传梯度 (3x)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6 x 125M = 751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用于 A-SYNC 的 SGD 阶段 (每周期50步)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AdamW (前传+反传+2个矩):  10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含: SGD的6x + 两个矩估计的存储/更新 (2x) + 偏置纠正 (2x)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10 x 125M = 1252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LoRA版: 10 x 0.59M = 5.9 MFLOPs/step (!!)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Eval (纯前传):  3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3 x 125M = 376 MFLOPs/eval</a:t>
            </a:r>
          </a:p>
        </p:txBody>
      </p:sp>
      <p:pic>
        <p:nvPicPr>
          <p:cNvPr id="4" name="Picture 3" descr="weekly_flop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760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0504D"/>
                </a:solidFill>
              </a:defRPr>
            </a:pPr>
            <a:r>
              <a:t>FLOPs 预算是匹配的: A-SYNC 24c = 24*(ALS+50*SGD) FLOPs = 24*(501+50*751)MF = 0.91T FLOPs</a:t>
            </a:r>
          </a:p>
          <a:p>
            <a:pPr>
              <a:spcAft>
                <a:spcPts val="400"/>
              </a:spcAft>
              <a:defRPr sz="1000">
                <a:solidFill>
                  <a:srgbClr val="C0504D"/>
                </a:solidFill>
              </a:defRPr>
            </a:pPr>
            <a:r>
              <a:t>AdamW 匹配: 0.91T / (10 x 125M) = 729步 | LoRA 匹配: 同样步数但 FLOPs仅0.013T -- 70x计算节省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FLOPs归一化实验设计: 3协议详细对比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OPT-125m (12L, 125M params), WikiText-2, float32, 2xRTX 5090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协议1: A-SYNC CONSTANT 48c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每周期: 1x ALS lm_head (501MF) + 50x SGD全参数(body+head, 751MF/步)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ALS: reg_lambda=1e-3, step_size=0.01, block_size=512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SGD: lr=1e-4, momentum=0, weight_decay=0.01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Grad注入: grad += 0.05 * delta (恒, 不衰减!)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无扰动阶段 | 共48周期 -&gt; 2400SGD步 + 48ALS步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总FLOPs: 1.846 TFLOPs, 墙钟: 318s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协议2: AdamW Full-Rank (Protocol B)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每步: AdamW全参数(beta=0.9,0.999) -&gt; 1252MF/步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lr=1e-4, weight_decay=0.01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共730步 (匹配A-SYNC 24c FLOPs预算)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总FLOPs: 0.911 TFLOPs, 墙钟: 136s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协议3: LoRA AdamW r=8 (Protocol D style)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LoRA适配器: q_proj, v_proj, k_proj, out_proj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r=8, alpha=16, 仅 589,824 可训练参数 (213x fewer!)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每步: AdamW仅LoRA参数 -&gt; 5.9MF/步 (!!)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同样730步, 但FLOPs完全不同: 0.013T (70x less!)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墙钟: 142s (前传仍需全参数, 所以墙钟不省)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为什么选OPT-125m (12层)?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125M参数: 适配32GB GPU, 可快速迭代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12层: rho^11=2.3x, 残差放大足够稳定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A-SYNC可收敛 (与28层7B不同)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快速: 全实验 ~5分钟, 便于调试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控制变量: 固定深度, 只比较协议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FLOPs预算匹配逻辑: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目标: 给每个协议相同的计算预算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方法: A-SYNC24c总FLOPs = 24*(ALS+50*SGD)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= 24*(501+50*751) MF = 0.91 TFLOPs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AdamW步数 = 0.91T/1252MF = 729步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LoRA步数 = 同样729步 (FLOPs自动低)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A-SYNC 48c = 2x 预算 (研究更长训练)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评估方案: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A-SYNC: 每周期eval (25 eval点)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AdamW/LoRA: 每30步eval (25 eval点)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指标: PPL (WikiText-2 test) + FLOPs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所有协议同起点: PPL=2246 (baseline)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硬件: 2x NVIDIA RTX 5090 (32GB)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dtype=float32, batch=4 train / 8 eval, seq=128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 预算分解图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每步计算量 + 总预算堆叠</a:t>
            </a:r>
          </a:p>
        </p:txBody>
      </p:sp>
      <p:pic>
        <p:nvPicPr>
          <p:cNvPr id="3" name="Picture 2" descr="weekly_flop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887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 vs PPL 详细对比 (OPT-125m)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标注关键数据点: AdamW PPL=23.2, LoRA PPL=37.3, A-SYNC PPL=60.7</a:t>
            </a:r>
          </a:p>
        </p:txBody>
      </p:sp>
      <p:pic>
        <p:nvPicPr>
          <p:cNvPr id="3" name="Picture 2" descr="weekly_flops_ppl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FLOPs归一化对比: 完整数据表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OPT-125m, 所有3协议 + A-SYNC 48c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22860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188720"/>
            <a:ext cx="26517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每步FLOPs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14630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总步数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188720"/>
            <a:ext cx="22860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最终PPL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188720"/>
            <a:ext cx="10972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总FLOPs(T)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188720"/>
            <a:ext cx="12801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墙钟(s)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1188720"/>
            <a:ext cx="14630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PPL/TFLOP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72768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AdamW Full-Rank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572768"/>
            <a:ext cx="2651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1252 MF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572768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572768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23.2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72768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0.911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572768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0" y="1572768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25.5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956816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LoRA AdamW r=8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956816"/>
            <a:ext cx="2651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5.9 MF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956816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56816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37.3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56816"/>
            <a:ext cx="10972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0.013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956816"/>
            <a:ext cx="12801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1956816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2812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40864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A-SYNC CONST 24c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340864"/>
            <a:ext cx="2651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ALS 501MF+SGD 751MF/step x50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340864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24c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340864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340864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0.923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340864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2340864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80.3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724912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A-SYNC CONST 48c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724912"/>
            <a:ext cx="2651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同上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2724912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48c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24912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60.7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724912"/>
            <a:ext cx="10972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1.846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724912"/>
            <a:ext cx="12801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89920" y="2724912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32.9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29184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关键观察: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AdamW 绝对最优: PPL 23.2 -- 全秩+自适应矩在浅层模型(12L)上无法超越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LoRA 效率无敌: PPL 37.3 at 1/70 FLOPs -- 589K参数达到可接受PPL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LoRA PPL vs FLOPs 对比: 37.3/0.013T = 2812 PPL/TFLOP -- 87x 好于 A-SYNC!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A-SYNC 48c 仍在收敛: 每周期Delta=-0.3~-0.7, 未见平台 (预测100c可达PPL~40)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A-SYNC 在浅层模型的慢收敛是预期内的 -- 其价值是让28L模型收敛 (那里AdamW 1.25 vs A-SYNC 7.6)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墙钟时间 A-SYNC (318s) &gt;&gt; AdamW (136s) 因为每周期包含 ALS 求解 + eval 开销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效率排名: LoRA (2812 PPL/TFLOP) &gt;&gt; A-SYNC 48c (33) &gt; AdamW (25) | 但 -- 最终PPL才是底线!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CONSTANT 48c: 完整收敛轨迹 (OPT-125m)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48周期, 每周期1次ALS + 50步SGD = 2448总步, 1.85 TFLOPs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Baseline: PPL=2246.1 (未经训练的OPT-125m)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1 (C1-C8): 快速下降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C1: 1458 -&gt; C4: 490 -&gt; C8: 169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每周期改善: 200-400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delta 幅值大, 梯度注入强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body 快速适应 lm_head 的新方向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2 (C9-C24): 稳定收敛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C9: 140 -&gt; C16: 87 -&gt; C24: 74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每周期改善: 3-8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delta 开始自动缩小 (body 已部分适应)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无衰减: sync=0.05 保持满强度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3 (C25-C48): 缓慢但持续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C25: 73 -&gt; C36: 66 -&gt; C48: 61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每周期改善: 0.3-0.7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delta 幅值继续自动缩小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未见平台 -- 仍在改善!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预测: C100 -&gt; PPL ~40</a:t>
            </a:r>
          </a:p>
        </p:txBody>
      </p:sp>
      <p:pic>
        <p:nvPicPr>
          <p:cNvPr id="4" name="Picture 3" descr="flops_sweep_opt125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跨模型结果汇总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12L -&gt; 24L -&gt; 28L: 不同深度, 不同故事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12层 (OPT-125m) -- 浅层模型, rho^11=2.3x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A-SYNC 收敛: PPL 2246 -&gt; 60.7 (48c)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AdamW 大胜: PPL 23.2 (0.91T FLOPs)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LoRA 最省: PPL 37.3 (0.013T FLOPs)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结论: 浅层上AdamW无可匹敌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梯度注入开销在2.3x放大下无收益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24层 (Qwen0.5B) -- 中等深度, rho^23=5.9x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Protocol A 仍可收敛但边际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A-SYNC+变体 全部收敛 PPL 5.5 (0.5B容量底)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LoRA 同达PPL 5.5 (更省算力)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结论: 0.5B太小无法区分变体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28层 (Qwen7B) -- 深层模型, rho^27=8.0x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Protocol A 11/11 发散 (CPU不可收敛!)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A-SYNC CONSTANT 48c: 首次收敛 PPL 7.6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AdamW 800step: PPL 1.25 (仍远优)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A-SYNC差距: 6.1x vs AdamW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但 7.7x 好于baseline (58.8-&gt;7.6)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结论: A-SYNC解决了发散, 但未追上AdamW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深度-协议选择矩阵: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深度  | 推荐协议            | 理由               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|-------|---------------------|-------------------------|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&lt;=12L | AdamW Full-Rank     | 绝对最优, A-SYNC有开销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12-24L| AdamW 或 LoRA      | A-SYNC收敛但无优势 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&gt;=28L | A-SYNC CONSTANT     | 唯一收敛的Protocol A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任意  | LoRA AdamW (r=8)   | 效率最优, 适合资源受限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A-SYNC 价值定位: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不是要替代 AdamW (浅层上不可能)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是为 Protocol A 方法提供深层模型上的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收敛保证 (此前 28L+ 100% 发散)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从 发散 -&gt; PPL 7.6 是质的突破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从 PPL 7.6 -&gt; 1.25 (追平 AdamW)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是量的追赶, 可能需要 2-4x 更多周期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未解决的问题: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1. ALS目标不对齐: 解的是重建loss, 非CE loss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2. 仅lm_head被ALS引导: body的27层仅靠SGD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3. 梯度裁剪限制: max_norm=1.0可能限幅有效更新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4. 长周期7B实验未做: 96-128c可能进一步缩小差距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12变体完整对比表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机制要点 + 7B PPL + vs CONSTANT 48c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210312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变体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188720"/>
            <a:ext cx="438912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机制要点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88720"/>
            <a:ext cx="17373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7B PPL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188720"/>
            <a:ext cx="15544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vs CONSTANT 48c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20" y="1188720"/>
            <a:ext cx="19202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收敛状态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7276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Vanilla (8c)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572768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delta注入+扰动+指数衰减, sync*=0.8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572768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25.8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57276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Delta+18.2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572768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缓慢收敛(衰减过早停用)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956816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No-Perturb (8c)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956816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移除扰动阶段, 其余同Vanilla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956816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16.6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956816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Delta+9.0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956816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收敛(扰动7B上纯有害)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340864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Cosine 32c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340864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sync+lr = 余弦衰减至0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340864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13.2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340864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Delta+5.6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2340864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C20平台(衰减杀死尾部)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724912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CONSTANT 24c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724912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sync=0.05恒, lr=2e-4恒, 无扰动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724912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9.0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2724912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Delta+1.4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2724912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收敛, 首个破PPL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10896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CONSTANT 48c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108960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延至48周期, C44自然收敛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108960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7.6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10896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32720" y="3108960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C44自然收敛, 最优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93008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A-CYCLE 3x8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493008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3块x8周期, 块内Cosine, 块边界重置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493008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493008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Delta+8.9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3493008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块内衰减浪费4周期/块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877056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+EMA (beta=0.3)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877056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delta指数滑动平均跨周期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877056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0.5B:5.5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3877056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3877056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7B未运行(runs缺)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4261104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+Aligned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261104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只注入delta与grad同向分量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4261104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0.5B:5.5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4261104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720" y="4261104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7B未运行(runs缺)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645152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+Warmup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645152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4cycle SGD预热后A-SYNC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645152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0.5B:5.5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4645152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4645152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7B未运行(runs缺)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029200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+SWA Cosine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5029200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C10起SWA平均权重+Cosine衰减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5029200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10.5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0" y="5029200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Delta+2.9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32720" y="5029200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SWA反增3.3PPL(!)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1324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A-PROBE r=64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77440" y="5413248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低秩探针绕过lm_head, ALS解探针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0" y="5413248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22.8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0" y="541324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Delta+15.2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32720" y="5413248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收敛但容量受限(瓶颈56x)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5797296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LARS optimizer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5797296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层自适应学习率替代SGD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0" y="5797296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0.5B:???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5797296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未测7B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332720" y="5797296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0.5B结果未记录, 7B未运行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318504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C0504D"/>
                </a:solidFill>
              </a:defRPr>
            </a:pPr>
            <a:r>
              <a:t>排序: CONSTANT 48c (7.6) &lt; CONSTANT 24c (9.0) &lt; +SWA (10.5) &lt; Cosine (13.2) &lt; No-Perturb (16.6) &lt; A-CYCLE (16.5) &lt; A-PROBE (22.8) &lt; Vanilla (25.8)</a:t>
            </a:r>
          </a:p>
          <a:p>
            <a:pPr>
              <a:spcAft>
                <a:spcPts val="400"/>
              </a:spcAft>
              <a:defRPr sz="900">
                <a:solidFill>
                  <a:srgbClr val="C0504D"/>
                </a:solidFill>
              </a:defRPr>
            </a:pPr>
            <a:r>
              <a:t>核心规律: 衰减=有害, 扰动=有害, 无衰减+更多周期=最优. 7B上仍有5个变体未测 (EMA/Aligned/Warmup/LARS/长CONSTANT).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本周核心发现总结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从理论到实验: 一条完整的证据链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发现1: 残差放大 (rho~1.08) 是根本原因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SCM因果推导: delta_{l+1}=(I+J_l).delta_l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跨4个模型族的实验验证: L_max~26层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1.08来自 I+J_l 谱范数的跨层几何均值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8% per-layer 放大是训练后Transformer的固有属性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发现2: A-SYNC梯度注入绕过放大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模块级变化: lm_head ALS -&gt; 仅算delta, 权重不修改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 SGD -&gt; SGD + grad梯度偏置注入 (sync*delta)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全参数: 移除Perturb (7B上反作用)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7B (28L) 首次收敛 (从100%发散 -&gt; PPL 7.6)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发现3: CONSTANT调度是最优策略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衰减全部有害: Cosine (平台) &gt; Exponential (提前停用)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CONSTANT 让ALS delta信号持续, body持续自适应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自然收敛: ALS delta幅度随body适应而自动缩小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外部衰减完全多余且自毁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发现4: FLOPs归一化实验 (OPT-125m)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每步FLOPs详细会计: ALS=4x, SGD=6x, AdamW=10x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AdamW Full-Rank: 23.2 PPL (绝对最优)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LoRA r=8: 37.3 PPL at 0.013T (效率最优, 70x less)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A-SYNC 48c: 60.7 PPL at 1.85T (仍在收敛)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发现5: A-SYNC的定位是深层模型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深度  | 推荐              | A-SYNC是否有优势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12L   | AdamW或LoRA       | 无 (梯度注入开销)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24L   | 任一均可          | 边际 (0.5B太小)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28L+  | A-SYNC CONSTANT   | 唯一收敛的Prot.A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发现6: 5大类修复策略中只有2类有效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C类 (干预机制): 梯度注入 -- 一阶突破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D类 (衰减调度): CONSTANT -- 二阶优化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A类/B类/E类: 效果有限/边际/反作用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下一步: 7B上测 EMA/Aligned/CONSTANT 96c+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缩小与AdamW的6.1x差距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下一步计划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实验 + 论文 + 投稿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短期 (1-2周): 完成缺失的7B实验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 A-SYNC+EMA 7B 验证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脚本: _a_sync_plus_7b.py 已写, 待GPU运行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预期: 抑制晚期噪声, 稳定C40+收敛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2. A-SYNC+Aligned 7B 验证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脚本: 需适配到7B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预期: 减少破坏性梯度干涉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3. A-PROBE 更大rank (256/512/1024)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脚本: _probe_7b.py 需改 rank参数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预期: 在表达力和安全之间找到甜点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中期 (2-4周): 长周期7B实验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4. A-SYNC CONSTANT 96-128 cycle 7B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测试: 持续收敛能否缩小与AdamW差距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预期: 可能达到 PPL 3-5 范围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5. 多head ALS: 2-3个attention层同时ALS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测试: 扩大ALS引导范围的效果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论文推进 (与实验并行):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6. 独立复核者复算主表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P1.1/1.2/1.3 + FLOPs实验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确保所有数字可复现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7. 更新论文至 v0.9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加入A-SYNC CONSTANT 48c 7B结果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加入FLOPs归一化对比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更新结论: Protocol A现在可收敛深层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8. 选择投稿期刊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TMLR (双盲, 滚动审稿)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arXiv + NeurIPS/ICML workshop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ACL Rolling Review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本周产出清单: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docs/a_sync_report_en.pdf (456KB)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docs/a_sync_report_zh.pdf (529KB)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docs/residual-amplification-why-108.md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docs/a-sync-variants-and-fixes.md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docs/flops-sweep-report.md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experiments/_flops_sweep.py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experiments/_gen_weekly_ppt.py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docs/weekly_group_meeting_20260724.pptx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Thanks!  .  github.com/hjiang555-a11y/alternating-optimization-lora  .  2026/07/24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